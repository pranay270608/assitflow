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725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AssistFlow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2249" y="3886199"/>
            <a:ext cx="8038769" cy="2594113"/>
          </a:xfrm>
        </p:spPr>
        <p:txBody>
          <a:bodyPr>
            <a:normAutofit lnSpcReduction="10000"/>
          </a:bodyPr>
          <a:lstStyle/>
          <a:p>
            <a:r>
              <a:rPr dirty="0"/>
              <a:t>Enterprise AI Support &amp; Operations Portal</a:t>
            </a:r>
          </a:p>
          <a:p>
            <a:r>
              <a:rPr dirty="0"/>
              <a:t>Next-Generation Automated IT Troubleshooting &amp; Live Telemetry</a:t>
            </a:r>
          </a:p>
          <a:p>
            <a:endParaRPr dirty="0"/>
          </a:p>
          <a:p>
            <a:r>
              <a:rPr dirty="0"/>
              <a:t>Presented by: Pranay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What is Support Ticket Management? The operational backbone tracking and resolving enterprise technical issues.</a:t>
            </a:r>
          </a:p>
          <a:p>
            <a:r>
              <a:t>What Does AssistFlow Do? An AI-first, centralized desk that intercepts and resolves tickets instantly using local LLMs.</a:t>
            </a:r>
          </a:p>
          <a:p>
            <a:r>
              <a:t>Why Use This System? Eliminate L1 bottlenecks, guarantee data privacy, and deliver 24/7 remediation globally.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The Reactive Bottleneck: Employees wait hours for basic triage.</a:t>
            </a:r>
          </a:p>
          <a:p>
            <a:r>
              <a:t>Wasted Engineering Hours: Staff spend too much time categorizing simple tickets.</a:t>
            </a:r>
          </a:p>
          <a:p>
            <a:r>
              <a:t>Human Error: Critical outages get lost in high-volume, low-priority queues.</a:t>
            </a:r>
          </a:p>
          <a:p>
            <a:r>
              <a:t>High MTTR: Prolonged downtime directly impacts enterprise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Current Handling: Fragmented emails and static intranet forms.</a:t>
            </a:r>
          </a:p>
          <a:p>
            <a:r>
              <a:t>The 'Black Hole' Effect: Zero immediate feedback for users.</a:t>
            </a:r>
          </a:p>
          <a:p>
            <a:r>
              <a:t>Manual Dependency: Every ticket requires a human reader.</a:t>
            </a:r>
          </a:p>
          <a:p>
            <a:r>
              <a:t>Siloed Knowledge: Resolutions depend on individual technician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686800" cy="6526033"/>
          </a:xfrm>
        </p:spPr>
        <p:txBody>
          <a:bodyPr/>
          <a:lstStyle/>
          <a:p>
            <a:endParaRPr dirty="0"/>
          </a:p>
          <a:p>
            <a:r>
              <a:rPr dirty="0"/>
              <a:t>Our AI Approach: Intercepts tickets instantly and deploys a local AI engine to diagnose.</a:t>
            </a:r>
          </a:p>
          <a:p>
            <a:r>
              <a:rPr dirty="0"/>
              <a:t>Instant Diagnostics: Deflects simple tickets away from human staff with immediate solutions.</a:t>
            </a:r>
          </a:p>
          <a:p>
            <a:r>
              <a:rPr dirty="0"/>
              <a:t>Smart Escalation: Automatically formats and routes complex issues to the correct department.</a:t>
            </a:r>
          </a:p>
          <a:p>
            <a:r>
              <a:rPr dirty="0"/>
              <a:t>Enterprise Privacy: Localized LLMs ensure corporate infrastructure data never leaves the MNC.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48182"/>
            <a:ext cx="8229600" cy="1840374"/>
          </a:xfrm>
        </p:spPr>
        <p:txBody>
          <a:bodyPr/>
          <a:lstStyle/>
          <a:p>
            <a:r>
              <a:rPr dirty="0"/>
              <a:t>6. Key Objectives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92597" y="1"/>
            <a:ext cx="9688009" cy="7349924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AI Classification: Instantly categorizes Hardware, Software, Network, and Access.</a:t>
            </a:r>
          </a:p>
          <a:p>
            <a:r>
              <a:rPr dirty="0"/>
              <a:t>Priority Detection: Dynamic urgency analysis to flag Critical issues.</a:t>
            </a:r>
          </a:p>
          <a:p>
            <a:r>
              <a:rPr dirty="0"/>
              <a:t>Automated Assignment: Matches tickets to the right available technician.</a:t>
            </a:r>
          </a:p>
          <a:p>
            <a:r>
              <a:rPr dirty="0"/>
              <a:t>AI Diagnostic Chatbot: Virtual assistant for step-by-step troubleshooting.</a:t>
            </a:r>
          </a:p>
          <a:p>
            <a:r>
              <a:rPr dirty="0"/>
              <a:t>Live Dashboard: Real-time telemetry tracking IT health.</a:t>
            </a:r>
          </a:p>
          <a:p>
            <a:r>
              <a:rPr dirty="0"/>
              <a:t>Integrated Bug Routing: Parallel pipeline for software defects.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User Interface -&gt; Streamlit Frontend -&gt; Python Backend -&gt; Ollama AI Engine -&gt; MongoDB -&gt; Technician</a:t>
            </a:r>
          </a:p>
          <a:p>
            <a:r>
              <a:t>Core Flow: Secure, bidirectional communication giving AI real-time database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Frontend: Streamlit, Custom HTML/CSS, Plotly.</a:t>
            </a:r>
          </a:p>
          <a:p>
            <a:r>
              <a:t>Backend: Python 3, FastAPI / Flask, Secure Auth.</a:t>
            </a:r>
          </a:p>
          <a:p>
            <a:r>
              <a:t>Database: MongoDB (NoSQL high-speed document architecture).</a:t>
            </a:r>
          </a:p>
          <a:p>
            <a:r>
              <a:t>AI/ML Engine: Localized LLM APIs (Ollama, Llama 3, Mistral).</a:t>
            </a:r>
          </a:p>
          <a:p>
            <a:r>
              <a:t>Deployment: Docker-ready for internal enterprise hosting.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AI/ML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Input: 'GlobalProtect VPN drops every 5 minutes.'</a:t>
            </a:r>
          </a:p>
          <a:p>
            <a:r>
              <a:t>NLP Processing: Extracts key technical entities.</a:t>
            </a:r>
          </a:p>
          <a:p>
            <a:r>
              <a:t>Category Prediction: Maps to 'Network'.</a:t>
            </a:r>
          </a:p>
          <a:p>
            <a:r>
              <a:t>Priority &amp; Sentiment: Analyzes urgency and flags as 'High'.</a:t>
            </a:r>
          </a:p>
          <a:p>
            <a:r>
              <a:t>Assignment &amp; Remediation: Suggests fix or routes to Network Admin.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Lifecycle &amp; UI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YOUR CUSTOM ASSISTFLOW SCREENSHOTS HERE:</a:t>
            </a:r>
          </a:p>
          <a:p>
            <a:r>
              <a:t>- Login &amp; Auth</a:t>
            </a:r>
          </a:p>
          <a:p>
            <a:r>
              <a:t>- Ticket Creation</a:t>
            </a:r>
          </a:p>
          <a:p>
            <a:r>
              <a:t>- AI Recommendations</a:t>
            </a:r>
          </a:p>
          <a:p>
            <a:r>
              <a:t>-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Impact &amp; Why Choose AssistFlow?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Deflection Rate: Solves standard IT issues without human intervention.</a:t>
            </a:r>
          </a:p>
          <a:p>
            <a:r>
              <a:t>Strategic Reallocation: Technicians focus on high-level infrastructure engineering.</a:t>
            </a:r>
          </a:p>
          <a:p>
            <a:r>
              <a:t>Zero Cloud Dependency: Absolute data sovereignty with no 3rd-party API costs.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Results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Faster Response: Seconds for AI triage vs. hours for manual.</a:t>
            </a:r>
          </a:p>
          <a:p>
            <a:r>
              <a:t>Automated Routing: Near 100% immediate categorization.</a:t>
            </a:r>
          </a:p>
          <a:p>
            <a:r>
              <a:t>AI Classification Accuracy: Consistent, bias-free urgency flagging.</a:t>
            </a:r>
          </a:p>
          <a:p>
            <a:r>
              <a:t>Reduced Workload: Reclaims hundreds of engineering hours.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Future Scope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Voice Support: Hands-free IT support logging.</a:t>
            </a:r>
          </a:p>
          <a:p>
            <a:r>
              <a:t>Multilingual AI: On-the-fly translation for global branches.</a:t>
            </a:r>
          </a:p>
          <a:p>
            <a:r>
              <a:t>Predictive Analytics: Identifying hardware trends before breakdowns.</a:t>
            </a:r>
          </a:p>
          <a:p>
            <a:r>
              <a:t>Auto-Resolution: AI executing background scripts for routine fixes.</a:t>
            </a:r>
          </a:p>
          <a:p>
            <a:r>
              <a:t>Conclusion: Transitioning IT from a reactive cost-center to a proactive powerhouse.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14. Any Queries?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 for Q&amp;A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15. 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AssistFlow</a:t>
            </a:r>
          </a:p>
          <a:p>
            <a:r>
              <a:t>Empowering the future of enterprise operations.</a:t>
            </a:r>
          </a:p>
          <a:p>
            <a:endParaRPr/>
          </a:p>
          <a:p>
            <a:r>
              <a:t>Presented By: Pranay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646</Words>
  <Application>Microsoft Office PowerPoint</Application>
  <PresentationFormat>On-screen Show (4:3)</PresentationFormat>
  <Paragraphs>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AssistFlow</vt:lpstr>
      <vt:lpstr>2. Introduction</vt:lpstr>
      <vt:lpstr>3. Problem Statement</vt:lpstr>
      <vt:lpstr>4. Existing System</vt:lpstr>
      <vt:lpstr>5. Proposed Solution</vt:lpstr>
      <vt:lpstr>6. Key Objectives &amp; Features</vt:lpstr>
      <vt:lpstr>7. System Architecture</vt:lpstr>
      <vt:lpstr>8. Technology Stack</vt:lpstr>
      <vt:lpstr>9. AI/ML Workflow</vt:lpstr>
      <vt:lpstr>10. Lifecycle &amp; UI Showcase</vt:lpstr>
      <vt:lpstr>11. Impact &amp; Why Choose AssistFlow?</vt:lpstr>
      <vt:lpstr>12. Results &amp; Benefits</vt:lpstr>
      <vt:lpstr>13. Future Scope &amp; Conclusion</vt:lpstr>
      <vt:lpstr>14. Any Queries?</vt:lpstr>
      <vt:lpstr>15.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Pranay Goud</cp:lastModifiedBy>
  <cp:revision>2</cp:revision>
  <dcterms:created xsi:type="dcterms:W3CDTF">2013-01-27T09:14:16Z</dcterms:created>
  <dcterms:modified xsi:type="dcterms:W3CDTF">2026-08-07T05:57:58Z</dcterms:modified>
  <cp:category/>
</cp:coreProperties>
</file>